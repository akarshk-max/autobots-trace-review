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B3A028-4AB6-4420-B4B5-2BEAB870A0B7}">
  <a:tblStyle styleId="{5FB3A028-4AB6-4420-B4B5-2BEAB870A0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8fe548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8fe54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5-08-16 at 3.15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827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952475" y="-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{5FB3A028-4AB6-4420-B4B5-2BEAB870A0B7}</a:tableStyleId>
              </a:tblPr>
              <a:tblGrid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Name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Form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Type1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Type2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Attack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Defense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Sp. Atk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Sp. Def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Generation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Pikachu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Electric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